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3" r:id="rId3"/>
    <p:sldId id="268" r:id="rId4"/>
    <p:sldId id="269" r:id="rId5"/>
    <p:sldId id="258" r:id="rId6"/>
    <p:sldId id="259" r:id="rId7"/>
    <p:sldId id="260" r:id="rId8"/>
    <p:sldId id="261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EB059C5-A4CB-449A-8513-9A3A5F13D6A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52046-56EB-45BA-BC19-3F4672B81C16}" type="slidenum">
              <a:rPr lang="ru-RU" smtClean="0"/>
              <a:t>‹#›</a:t>
            </a:fld>
            <a:endParaRPr lang="ru-RU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9316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59C5-A4CB-449A-8513-9A3A5F13D6A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52046-56EB-45BA-BC19-3F4672B81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963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59C5-A4CB-449A-8513-9A3A5F13D6A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52046-56EB-45BA-BC19-3F4672B81C16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74943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59C5-A4CB-449A-8513-9A3A5F13D6A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52046-56EB-45BA-BC19-3F4672B81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7552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59C5-A4CB-449A-8513-9A3A5F13D6A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52046-56EB-45BA-BC19-3F4672B81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666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59C5-A4CB-449A-8513-9A3A5F13D6A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52046-56EB-45BA-BC19-3F4672B81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576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59C5-A4CB-449A-8513-9A3A5F13D6A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52046-56EB-45BA-BC19-3F4672B81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2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59C5-A4CB-449A-8513-9A3A5F13D6A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52046-56EB-45BA-BC19-3F4672B81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922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59C5-A4CB-449A-8513-9A3A5F13D6A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52046-56EB-45BA-BC19-3F4672B81C16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299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59C5-A4CB-449A-8513-9A3A5F13D6A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52046-56EB-45BA-BC19-3F4672B81C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734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059C5-A4CB-449A-8513-9A3A5F13D6A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52046-56EB-45BA-BC19-3F4672B81C16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474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EB059C5-A4CB-449A-8513-9A3A5F13D6A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FD52046-56EB-45BA-BC19-3F4672B81C16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9839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sz="4800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ru-RU" sz="4800" spc="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складом магазина</a:t>
            </a:r>
            <a:endParaRPr lang="ru-RU" sz="4800" spc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8678778" y="5181600"/>
            <a:ext cx="3272589" cy="1106905"/>
          </a:xfrm>
        </p:spPr>
        <p:txBody>
          <a:bodyPr>
            <a:noAutofit/>
          </a:bodyPr>
          <a:lstStyle/>
          <a:p>
            <a:pPr algn="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Феоктистов Лев </a:t>
            </a:r>
            <a:b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Лазутин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Александр </a:t>
            </a:r>
            <a:b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24ИС21-2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1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приложения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7095" y="1825624"/>
            <a:ext cx="10936705" cy="4559133"/>
          </a:xfrm>
        </p:spPr>
        <p:txBody>
          <a:bodyPr>
            <a:normAutofit/>
          </a:bodyPr>
          <a:lstStyle/>
          <a:p>
            <a:pPr algn="just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Технологии:</a:t>
            </a:r>
          </a:p>
          <a:p>
            <a:pPr algn="just"/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Бэкенд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(Node.js)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 (приложение / интерфейс) -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Dart (Flutter)</a:t>
            </a:r>
          </a:p>
          <a:p>
            <a:pPr algn="just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Ключевая идея: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учёта товаров, остатков, поставок и заказов через единый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 API.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выбран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Быстрая разработка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Огромная экосистема 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Express, Swagger)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Лёгкость интеграции с веб-интерфейсами и мобильными приложениями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844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(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бэкенд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3200" y="2084832"/>
            <a:ext cx="9969501" cy="4252468"/>
          </a:xfrm>
        </p:spPr>
        <p:txBody>
          <a:bodyPr>
            <a:noAutofit/>
          </a:bodyPr>
          <a:lstStyle/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Бэкенд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написан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современного набора библиотек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5.2.1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веб-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обработки HTTP-запросов.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CORS 2.8.6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разрешает запросы с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фронтенда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 работает на другом порту.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17.2.4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нужен для хранения секретов (пароль базы данных, ключ для JWT) в отдельном файле .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чтобы они не попадали в код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jsonwebtoken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9.0.3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для авторизации: после входа пользователь получает JWT-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токен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подтверждает его личность при следующих запросах.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bcryptjs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3.0.3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отвечает за безопасность паролей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хеширует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их перед сохранением в базу данных, поэтому пароли не хранятся в открытом виде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8.18.0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драйвер для подключения к базе данных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Sequelize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6.37.7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ORM (объектно-реляционное отображение), который позволяет работать с базой данных через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-объекты вместо ручного написания SQL-запросов.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Sequelize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упрощает создание миграций,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 и организацию связей между таблицами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501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фронтенд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2300" y="2286000"/>
            <a:ext cx="10121901" cy="3924300"/>
          </a:xfrm>
        </p:spPr>
        <p:txBody>
          <a:bodyPr>
            <a:normAutofit/>
          </a:bodyPr>
          <a:lstStyle/>
          <a:p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фронтенда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 на языке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выбран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Dart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Flutter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Быстрая разработка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горячая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перезагрузка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мгновенно видеть изменения без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перекомпиляции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Собственный движок рендеринга 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приложение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выглядит одинаково на всех платформах, не зависит от браузера или ОС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компилируется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нативный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код.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Богатая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экосистема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виджетов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сотни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готовых компонентов интерфейса «из коробки»</a:t>
            </a:r>
          </a:p>
        </p:txBody>
      </p:sp>
    </p:spTree>
    <p:extLst>
      <p:ext uri="{BB962C8B-B14F-4D97-AF65-F5344CB8AC3E}">
        <p14:creationId xmlns:p14="http://schemas.microsoft.com/office/powerpoint/2010/main" val="267190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4549" y="687297"/>
            <a:ext cx="9720072" cy="1499616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MVP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279303"/>
              </p:ext>
            </p:extLst>
          </p:nvPr>
        </p:nvGraphicFramePr>
        <p:xfrm>
          <a:off x="196515" y="2294020"/>
          <a:ext cx="5995738" cy="4186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7869">
                  <a:extLst>
                    <a:ext uri="{9D8B030D-6E8A-4147-A177-3AD203B41FA5}">
                      <a16:colId xmlns:a16="http://schemas.microsoft.com/office/drawing/2014/main" val="2590673573"/>
                    </a:ext>
                  </a:extLst>
                </a:gridCol>
                <a:gridCol w="2997869">
                  <a:extLst>
                    <a:ext uri="{9D8B030D-6E8A-4147-A177-3AD203B41FA5}">
                      <a16:colId xmlns:a16="http://schemas.microsoft.com/office/drawing/2014/main" val="2918641733"/>
                    </a:ext>
                  </a:extLst>
                </a:gridCol>
              </a:tblGrid>
              <a:tr h="571541">
                <a:tc>
                  <a:txBody>
                    <a:bodyPr/>
                    <a:lstStyle/>
                    <a:p>
                      <a:r>
                        <a:rPr lang="ru-RU" dirty="0" smtClean="0"/>
                        <a:t>Модуль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Что делает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512637"/>
                  </a:ext>
                </a:extLst>
              </a:tr>
              <a:tr h="1337115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Товары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Просмотр списка товаров и их категорий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86769671"/>
                  </a:ext>
                </a:extLst>
              </a:tr>
              <a:tr h="1139168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Склад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Добавление товаров, списание товаров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755432445"/>
                  </a:ext>
                </a:extLst>
              </a:tr>
              <a:tr h="1139168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Остатки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Просмотр количества товаров на складе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62608127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6416840" y="2186913"/>
            <a:ext cx="529389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Смотреть какие товары есть и к каким категориям относятся</a:t>
            </a:r>
          </a:p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Добавлять  новые товары или увеличивать количество существующих</a:t>
            </a:r>
          </a:p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Списать уменьшить остаток (например, при продаже или порче)</a:t>
            </a:r>
          </a:p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  текущий остаток по любому товару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45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9291" y="598725"/>
            <a:ext cx="9720072" cy="1499616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и после: какие проблемы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решаем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7988" y="2098341"/>
            <a:ext cx="42150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внедрения (типичный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склад):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Остатки считаются вручную (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бумага) → частые ошибки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Нет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быстрого способа проверить количество товара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списании и добавлении легко запутаться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Непонятно, какие товары есть в наличии прямо сейчас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368717" y="2098341"/>
            <a:ext cx="391427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После внедрения API:</a:t>
            </a:r>
            <a:endParaRPr lang="ru-RU" sz="2400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 товары и категории  в одном месте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Остатки всегда актуальные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и списание  через простые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апросы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Любой сотрудник может быстро узнать количество на складе</a:t>
            </a:r>
            <a:endParaRPr lang="ru-RU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30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Чего пока нет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2763445"/>
              </p:ext>
            </p:extLst>
          </p:nvPr>
        </p:nvGraphicFramePr>
        <p:xfrm>
          <a:off x="1023938" y="2084832"/>
          <a:ext cx="9720262" cy="3264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0131">
                  <a:extLst>
                    <a:ext uri="{9D8B030D-6E8A-4147-A177-3AD203B41FA5}">
                      <a16:colId xmlns:a16="http://schemas.microsoft.com/office/drawing/2014/main" val="2636022757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3360005740"/>
                    </a:ext>
                  </a:extLst>
                </a:gridCol>
              </a:tblGrid>
              <a:tr h="589543">
                <a:tc>
                  <a:txBody>
                    <a:bodyPr/>
                    <a:lstStyle/>
                    <a:p>
                      <a:pPr algn="l"/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Проблема</a:t>
                      </a:r>
                    </a:p>
                  </a:txBody>
                  <a:tcPr marL="84524" marR="140873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Почему важно</a:t>
                      </a:r>
                    </a:p>
                  </a:txBody>
                  <a:tcPr marL="140873" marR="140873" marT="95250" marB="95250" anchor="ctr"/>
                </a:tc>
                <a:extLst>
                  <a:ext uri="{0D108BD9-81ED-4DB2-BD59-A6C34878D82A}">
                    <a16:rowId xmlns:a16="http://schemas.microsoft.com/office/drawing/2014/main" val="427555895"/>
                  </a:ext>
                </a:extLst>
              </a:tr>
              <a:tr h="735139"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 истории операций</a:t>
                      </a:r>
                    </a:p>
                  </a:txBody>
                  <a:tcPr marL="84524" marR="140873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Нельзя отследить, кто и когда списал товар</a:t>
                      </a:r>
                    </a:p>
                  </a:txBody>
                  <a:tcPr marL="140873" marR="84524" marT="95250" marB="95250" anchor="ctr"/>
                </a:tc>
                <a:extLst>
                  <a:ext uri="{0D108BD9-81ED-4DB2-BD59-A6C34878D82A}">
                    <a16:rowId xmlns:a16="http://schemas.microsoft.com/office/drawing/2014/main" val="123543519"/>
                  </a:ext>
                </a:extLst>
              </a:tr>
              <a:tr h="937469">
                <a:tc>
                  <a:txBody>
                    <a:bodyPr/>
                    <a:lstStyle/>
                    <a:p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 резервирования</a:t>
                      </a:r>
                    </a:p>
                  </a:txBody>
                  <a:tcPr marL="84524" marR="140873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Нельзя временно заблокировать товар под заказ</a:t>
                      </a:r>
                    </a:p>
                  </a:txBody>
                  <a:tcPr marL="140873" marR="84524" marT="95250" marB="95250" anchor="ctr"/>
                </a:tc>
                <a:extLst>
                  <a:ext uri="{0D108BD9-81ED-4DB2-BD59-A6C34878D82A}">
                    <a16:rowId xmlns:a16="http://schemas.microsoft.com/office/drawing/2014/main" val="3373749566"/>
                  </a:ext>
                </a:extLst>
              </a:tr>
              <a:tr h="937469">
                <a:tc>
                  <a:txBody>
                    <a:bodyPr/>
                    <a:lstStyle/>
                    <a:p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Однопоточность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Node.js</a:t>
                      </a:r>
                    </a:p>
                  </a:txBody>
                  <a:tcPr marL="84524" marR="140873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Может тормозить при активной работе нескольких </a:t>
                      </a:r>
                      <a:r>
                        <a:rPr lang="ru-RU" sz="2000" b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человек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0873" marR="84524" marT="95250" marB="95250" anchor="ctr"/>
                </a:tc>
                <a:extLst>
                  <a:ext uri="{0D108BD9-81ED-4DB2-BD59-A6C34878D82A}">
                    <a16:rowId xmlns:a16="http://schemas.microsoft.com/office/drawing/2014/main" val="1490602948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838200" y="5284452"/>
            <a:ext cx="10515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Организационные:</a:t>
            </a:r>
            <a:endParaRPr lang="ru-RU" sz="2000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Нет отчётов для руководителя </a:t>
            </a:r>
          </a:p>
          <a:p>
            <a:r>
              <a:rPr lang="ru-RU" sz="20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Риск:</a:t>
            </a:r>
            <a:r>
              <a:rPr lang="ru-RU" sz="20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при росте склада и количества операций может не хватить функционала.</a:t>
            </a:r>
          </a:p>
        </p:txBody>
      </p:sp>
    </p:spTree>
    <p:extLst>
      <p:ext uri="{BB962C8B-B14F-4D97-AF65-F5344CB8AC3E}">
        <p14:creationId xmlns:p14="http://schemas.microsoft.com/office/powerpoint/2010/main" val="419705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Планы на развитие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движений по каждому товару (кто, когда, сколько добавил/списал)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Резервирование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товаров под заказы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Учёт поставщиков и поставок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остатков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/CSV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кассой и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маркетплейсами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графиками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остатков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285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5228" y="503809"/>
            <a:ext cx="10672572" cy="1499616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особенности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47014" y="2154488"/>
            <a:ext cx="10746486" cy="41320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написано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работает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везде:</a:t>
            </a:r>
          </a:p>
          <a:p>
            <a:pPr marL="0" indent="0">
              <a:buNone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Одна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кодовая база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никакого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дублирования кода. Изменения попадают на все платформы одновременно.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Никаких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лишних расходов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поддержку трёх отдельных приложений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сотрудников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Кладовщики не должны разбираться в технических деталях. API, серверы,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токены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всё скрыто за понятным интерфейсом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82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2302042"/>
            <a:ext cx="2248461" cy="430730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901" y="2302042"/>
            <a:ext cx="2925004" cy="43073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4098" y="2302041"/>
            <a:ext cx="2991576" cy="430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8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73243" y="4960137"/>
            <a:ext cx="7772400" cy="1463040"/>
          </a:xfrm>
        </p:spPr>
        <p:txBody>
          <a:bodyPr>
            <a:normAutofit/>
          </a:bodyPr>
          <a:lstStyle/>
          <a:p>
            <a:pPr algn="ctr"/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07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206</TotalTime>
  <Words>561</Words>
  <Application>Microsoft Office PowerPoint</Application>
  <PresentationFormat>Широкоэкранный</PresentationFormat>
  <Paragraphs>76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Calibri</vt:lpstr>
      <vt:lpstr>quote-cjk-patch</vt:lpstr>
      <vt:lpstr>Times New Roman</vt:lpstr>
      <vt:lpstr>Tw Cen MT</vt:lpstr>
      <vt:lpstr>Tw Cen MT Condensed</vt:lpstr>
      <vt:lpstr>Wingdings 3</vt:lpstr>
      <vt:lpstr>Интеграл</vt:lpstr>
      <vt:lpstr>API управление складом магазина</vt:lpstr>
      <vt:lpstr>Описание приложения</vt:lpstr>
      <vt:lpstr>Технологический стек (бэкенд)</vt:lpstr>
      <vt:lpstr>Технологический стек (фронтенд)</vt:lpstr>
      <vt:lpstr>Функционал (MVP)</vt:lpstr>
      <vt:lpstr>До и после: какие проблемы решаем</vt:lpstr>
      <vt:lpstr>Чего пока нет</vt:lpstr>
      <vt:lpstr>Планы на развитие</vt:lpstr>
      <vt:lpstr>Ключевые особенности</vt:lpstr>
      <vt:lpstr>Пользовательский Интерфейс</vt:lpstr>
      <vt:lpstr>Спасибо за внимание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управление склкад</dc:title>
  <dc:creator>Олег</dc:creator>
  <cp:lastModifiedBy>Олег</cp:lastModifiedBy>
  <cp:revision>14</cp:revision>
  <dcterms:created xsi:type="dcterms:W3CDTF">2026-04-12T13:35:50Z</dcterms:created>
  <dcterms:modified xsi:type="dcterms:W3CDTF">2026-04-16T20:48:49Z</dcterms:modified>
</cp:coreProperties>
</file>